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2DEF9-9860-8731-5B7B-BEEA71A86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03CED5-441F-9AA3-A819-B5A8DB47D1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D09638-5541-1863-15E6-81989940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4255-B7ED-4B81-B102-4A69D2993B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81A869-B359-4117-DF17-308427A7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58202-24E2-9A33-5CC8-EC9110F8F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C21A-640C-4435-95A4-24125C50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4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664FB3-9212-09DF-9BEA-0339EEE8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06C35A-8BF5-05EC-424F-130CDD31E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B2558E-A180-A746-1D22-ED17B2F71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4255-B7ED-4B81-B102-4A69D2993B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F6C788-3D53-5E69-F26D-D37B0CA5A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488DF-191A-38A8-0711-3D939491B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C21A-640C-4435-95A4-24125C50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5867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3F0911-D3D5-71B9-54A6-921BC0EA2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E0C680-0AD9-F77E-32F5-3589FAD27B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323A6-AD48-BE29-DD79-688163853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4255-B7ED-4B81-B102-4A69D2993B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CFB9F-0C67-B21B-4CB2-81720E85CD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FDCC38-EA50-CB76-D6F2-8E832BF2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C21A-640C-4435-95A4-24125C50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4636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215B2-883B-4BF7-9B3E-69F59B656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AD96F-F909-D8C7-7F2F-88D204FBE1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8C920F-D872-695D-1E99-9F7767F5A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053C11-B664-4298-4DA4-1CDABD7FA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4255-B7ED-4B81-B102-4A69D2993B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392DA4-6895-7128-1F7E-BB7BD1005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8F0251-1721-1B1B-A9AE-A95120483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C21A-640C-4435-95A4-24125C50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93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B6F9B-BBED-060E-6C50-5B59ADA47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BCD57-E540-FCA8-57B2-EA32A3D93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669C6F-145E-3E8C-8917-66257FCC4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8ED6F9-FC31-CBBD-2B0B-1772C717C3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C2A3410-F1C4-0BBF-86CF-C6CBE4A76C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9E77712-A6AA-3EB9-B84F-E37E7B09D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4255-B7ED-4B81-B102-4A69D2993B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17B480-EDCC-851F-382E-D5934181C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432982-E48B-2097-77A4-969F7BA47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C21A-640C-4435-95A4-24125C50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5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B7F1B8-49B3-63CD-6518-4207B0D72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79509A-005A-4D55-EB53-37947606E2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4255-B7ED-4B81-B102-4A69D2993B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60F5FB-CB91-5276-8DB9-4697B0A9E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766FAC-D69F-E5A1-7145-843CBDA8E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C21A-640C-4435-95A4-24125C50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99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E2613A-E567-2D65-B41F-10D6B804A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4255-B7ED-4B81-B102-4A69D2993B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3121A5-B2A8-8AFE-4B19-1B667EDDF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857EB0-F6A4-2B65-01FC-54DF3FAE6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C21A-640C-4435-95A4-24125C50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7614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7CC6B-DC68-7B9E-641F-49F352180E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CBEBDD-5BB9-479C-F3E2-69588E531D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8E1419-BBFB-473D-4DC5-3C50E93D21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8EADE2-3B76-455E-D6AE-0993A032B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4255-B7ED-4B81-B102-4A69D2993B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9F2B0-F8D2-3426-92C8-D5C3C3868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498C66-5C47-6F9E-2B8A-78CA93BE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C21A-640C-4435-95A4-24125C50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663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E5186-79AA-48B8-623E-F50EDE3C4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CB47A1-AB12-DE31-DCB2-28D78A5B12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73ED56-7F4F-5BB6-CE75-2368CFBB8B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C04843-A910-FDB9-BE7F-37251BF12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4255-B7ED-4B81-B102-4A69D2993B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3732D0-5308-D6FF-4AFF-6408D5D99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73D78D-56E1-B6F2-E619-B35618148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C21A-640C-4435-95A4-24125C50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953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18394-89DC-9586-09F1-AE8D332ED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5004B9-663D-8CF7-146F-679AB46A64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02DA5-E675-6859-C300-3F35448ED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4255-B7ED-4B81-B102-4A69D2993B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651C57-3D93-5BA6-4954-C1FF02CB5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39FAD-5158-077C-2AD4-B652A3C01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C21A-640C-4435-95A4-24125C50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147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E27CFD7-A4B9-400D-3B60-B343D93824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3BF35F-655E-FB5D-7F2B-9062F24574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06C0CD-FDF4-4C26-2E58-70198E0F0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F4255-B7ED-4B81-B102-4A69D2993B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236442-2748-30B6-CE9E-C7C49A570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E0521-269A-DA99-B2AF-D57BC8263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49C21A-640C-4435-95A4-24125C50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28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C16083-C5C8-1993-FA2B-1A8F57072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F46CF-DA33-263D-8B08-BF1B0146B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6739AC-EBB3-DBF9-7C23-6D4E227B0E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EF4255-B7ED-4B81-B102-4A69D2993BB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27324-8115-B401-9E91-915D82826B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0FE589-C94A-CAF8-9574-334B88370D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49C21A-640C-4435-95A4-24125C50A5B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056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C8C3A0-86B0-1280-8728-1361AB826A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F45B75-DD3E-2C4D-7166-0E0C4A0929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53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F1B99D0-23AF-005F-A341-8A98EE2AA6EC}"/>
              </a:ext>
            </a:extLst>
          </p:cNvPr>
          <p:cNvSpPr/>
          <p:nvPr/>
        </p:nvSpPr>
        <p:spPr>
          <a:xfrm>
            <a:off x="1073426" y="390939"/>
            <a:ext cx="1769165" cy="364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build_oms_list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59ABD2-6D1B-E0D0-0A66-AFAC7F95602A}"/>
              </a:ext>
            </a:extLst>
          </p:cNvPr>
          <p:cNvSpPr/>
          <p:nvPr/>
        </p:nvSpPr>
        <p:spPr>
          <a:xfrm>
            <a:off x="3472069" y="390939"/>
            <a:ext cx="1769165" cy="364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aggregate_oms_bitmap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0F3B39-5A73-93BB-46D5-F8E5ABEF10D1}"/>
              </a:ext>
            </a:extLst>
          </p:cNvPr>
          <p:cNvSpPr/>
          <p:nvPr/>
        </p:nvSpPr>
        <p:spPr>
          <a:xfrm>
            <a:off x="1073426" y="755374"/>
            <a:ext cx="1769165" cy="5698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network: </a:t>
            </a:r>
            <a:r>
              <a:rPr lang="en-US" sz="1200" dirty="0" err="1">
                <a:solidFill>
                  <a:schemeClr val="tx1"/>
                </a:solidFill>
              </a:rPr>
              <a:t>DiGraph</a:t>
            </a:r>
            <a:endParaRPr lang="en-US" sz="12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equipment: </a:t>
            </a:r>
            <a:r>
              <a:rPr lang="en-US" sz="1200" dirty="0" err="1">
                <a:solidFill>
                  <a:schemeClr val="tx1"/>
                </a:solidFill>
              </a:rPr>
              <a:t>dict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D3ADE7-8758-EEB0-20BD-5A91D3785698}"/>
              </a:ext>
            </a:extLst>
          </p:cNvPr>
          <p:cNvSpPr/>
          <p:nvPr/>
        </p:nvSpPr>
        <p:spPr>
          <a:xfrm>
            <a:off x="1073426" y="1325217"/>
            <a:ext cx="1769165" cy="12722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/>
          <a:lstStyle/>
          <a:p>
            <a:pPr algn="ctr"/>
            <a:r>
              <a:rPr lang="en-US" sz="800" dirty="0">
                <a:solidFill>
                  <a:schemeClr val="tx1"/>
                </a:solidFill>
              </a:rPr>
              <a:t>an oms is build reading all intermediate nodes between two adjacent ROADMs each element within the list is being added an oms and </a:t>
            </a:r>
            <a:r>
              <a:rPr lang="en-US" sz="800" dirty="0" err="1">
                <a:solidFill>
                  <a:schemeClr val="tx1"/>
                </a:solidFill>
              </a:rPr>
              <a:t>oms_id</a:t>
            </a:r>
            <a:r>
              <a:rPr lang="en-US" sz="800" dirty="0">
                <a:solidFill>
                  <a:schemeClr val="tx1"/>
                </a:solidFill>
              </a:rPr>
              <a:t> to record the oms it belongs to. the function supports different spectrum width and supposes that the whole network works with the min range among OMSs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117EA3F-ED36-D904-B1D1-13AB4B326688}"/>
              </a:ext>
            </a:extLst>
          </p:cNvPr>
          <p:cNvSpPr/>
          <p:nvPr/>
        </p:nvSpPr>
        <p:spPr>
          <a:xfrm>
            <a:off x="5930348" y="390939"/>
            <a:ext cx="1769165" cy="364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err="1">
                <a:solidFill>
                  <a:schemeClr val="tx1"/>
                </a:solidFill>
              </a:rPr>
              <a:t>spectrum_selection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238916-DE6B-2444-E97A-E8566B5A0EBC}"/>
              </a:ext>
            </a:extLst>
          </p:cNvPr>
          <p:cNvSpPr/>
          <p:nvPr/>
        </p:nvSpPr>
        <p:spPr>
          <a:xfrm>
            <a:off x="5930348" y="755374"/>
            <a:ext cx="1769165" cy="5698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F0E981-B45C-9BC4-9904-3BD89FB95E5C}"/>
              </a:ext>
            </a:extLst>
          </p:cNvPr>
          <p:cNvSpPr/>
          <p:nvPr/>
        </p:nvSpPr>
        <p:spPr>
          <a:xfrm>
            <a:off x="5930348" y="1325217"/>
            <a:ext cx="1769165" cy="127220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t"/>
          <a:lstStyle/>
          <a:p>
            <a:pPr algn="ctr"/>
            <a:endParaRPr lang="en-US" sz="8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82EC07-C12D-16CE-2F87-989D0C551D95}"/>
              </a:ext>
            </a:extLst>
          </p:cNvPr>
          <p:cNvSpPr/>
          <p:nvPr/>
        </p:nvSpPr>
        <p:spPr>
          <a:xfrm>
            <a:off x="2827681" y="4472607"/>
            <a:ext cx="1769165" cy="364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S/D Node selected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7254514-D4D6-29FB-7F36-D9913A5EB101}"/>
              </a:ext>
            </a:extLst>
          </p:cNvPr>
          <p:cNvSpPr/>
          <p:nvPr/>
        </p:nvSpPr>
        <p:spPr>
          <a:xfrm>
            <a:off x="7571961" y="4472607"/>
            <a:ext cx="1769165" cy="364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UI parameter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6E76F87-CD8E-8E16-EBB3-A707C1206F28}"/>
              </a:ext>
            </a:extLst>
          </p:cNvPr>
          <p:cNvSpPr/>
          <p:nvPr/>
        </p:nvSpPr>
        <p:spPr>
          <a:xfrm>
            <a:off x="5029199" y="4472609"/>
            <a:ext cx="1951383" cy="364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Default from SI parameter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D86D46C-B48F-F52E-0698-DE949367F487}"/>
              </a:ext>
            </a:extLst>
          </p:cNvPr>
          <p:cNvSpPr/>
          <p:nvPr/>
        </p:nvSpPr>
        <p:spPr>
          <a:xfrm>
            <a:off x="10084906" y="4472606"/>
            <a:ext cx="1417981" cy="364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Actual used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BD9AD6D-D609-0452-47DA-DC08CB0E6CBC}"/>
              </a:ext>
            </a:extLst>
          </p:cNvPr>
          <p:cNvSpPr/>
          <p:nvPr/>
        </p:nvSpPr>
        <p:spPr>
          <a:xfrm>
            <a:off x="10084905" y="3631096"/>
            <a:ext cx="1417982" cy="364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Sim inputs display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66C5887-5B6C-054E-80F1-FACDB21C0DCA}"/>
              </a:ext>
            </a:extLst>
          </p:cNvPr>
          <p:cNvCxnSpPr>
            <a:cxnSpLocks/>
            <a:stCxn id="21" idx="3"/>
            <a:endCxn id="20" idx="1"/>
          </p:cNvCxnSpPr>
          <p:nvPr/>
        </p:nvCxnSpPr>
        <p:spPr>
          <a:xfrm flipV="1">
            <a:off x="6980582" y="4654825"/>
            <a:ext cx="59137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C5BA18-6AC1-F49A-1CF2-35BD348396EC}"/>
              </a:ext>
            </a:extLst>
          </p:cNvPr>
          <p:cNvCxnSpPr>
            <a:cxnSpLocks/>
            <a:stCxn id="19" idx="3"/>
            <a:endCxn id="21" idx="1"/>
          </p:cNvCxnSpPr>
          <p:nvPr/>
        </p:nvCxnSpPr>
        <p:spPr>
          <a:xfrm>
            <a:off x="4596846" y="4654825"/>
            <a:ext cx="432353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765FD30-9DFC-5BBE-7A28-3F97B38816CF}"/>
              </a:ext>
            </a:extLst>
          </p:cNvPr>
          <p:cNvCxnSpPr>
            <a:cxnSpLocks/>
            <a:stCxn id="20" idx="3"/>
            <a:endCxn id="22" idx="1"/>
          </p:cNvCxnSpPr>
          <p:nvPr/>
        </p:nvCxnSpPr>
        <p:spPr>
          <a:xfrm flipV="1">
            <a:off x="9341126" y="4654824"/>
            <a:ext cx="74378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87F76697-6BB5-685D-3933-796D04A6E519}"/>
              </a:ext>
            </a:extLst>
          </p:cNvPr>
          <p:cNvCxnSpPr>
            <a:cxnSpLocks/>
            <a:stCxn id="22" idx="0"/>
            <a:endCxn id="23" idx="2"/>
          </p:cNvCxnSpPr>
          <p:nvPr/>
        </p:nvCxnSpPr>
        <p:spPr>
          <a:xfrm flipH="1" flipV="1">
            <a:off x="10793896" y="3995531"/>
            <a:ext cx="1" cy="47707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4C3DEE8E-1B7E-0923-4FB3-03041AB7A2AD}"/>
              </a:ext>
            </a:extLst>
          </p:cNvPr>
          <p:cNvSpPr/>
          <p:nvPr/>
        </p:nvSpPr>
        <p:spPr>
          <a:xfrm>
            <a:off x="7571961" y="5380381"/>
            <a:ext cx="1769164" cy="364435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User input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CAAFD7C-2800-897E-3812-3203EFAC13CF}"/>
              </a:ext>
            </a:extLst>
          </p:cNvPr>
          <p:cNvCxnSpPr>
            <a:cxnSpLocks/>
            <a:stCxn id="37" idx="0"/>
            <a:endCxn id="20" idx="2"/>
          </p:cNvCxnSpPr>
          <p:nvPr/>
        </p:nvCxnSpPr>
        <p:spPr>
          <a:xfrm flipV="1">
            <a:off x="8456543" y="4837042"/>
            <a:ext cx="1" cy="5433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14292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</TotalTime>
  <Words>90</Words>
  <Application>Microsoft Office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 Hassan (Nokia)</dc:creator>
  <cp:lastModifiedBy>Haris Hassan (Nokia)</cp:lastModifiedBy>
  <cp:revision>2</cp:revision>
  <dcterms:created xsi:type="dcterms:W3CDTF">2026-06-17T07:48:05Z</dcterms:created>
  <dcterms:modified xsi:type="dcterms:W3CDTF">2026-06-17T09:30:54Z</dcterms:modified>
</cp:coreProperties>
</file>